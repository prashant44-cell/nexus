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S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PAGE / TRUST INFRASTRUCTURE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64592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EDITION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52578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that knows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human, not just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password.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5715000" cy="0"/>
          </a:xfrm>
          <a:prstGeom prst="line">
            <a:avLst/>
          </a:prstGeom>
          <a:noFill/>
          <a:ln w="27940">
            <a:solidFill>
              <a:srgbClr val="1D1D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02736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Nexus BlockBank adds a continuous trust layer to everyday banking—so sensitive actions are checked, explained and recorded in real time.</a:t>
            </a:r>
            <a:endParaRPr lang="en-US" sz="1320" dirty="0"/>
          </a:p>
        </p:txBody>
      </p:sp>
      <p:pic>
        <p:nvPicPr>
          <p:cNvPr id="11" name="Image 0" descr="E:\Hackathon\Prasunethon 2.0 (same as  fintech + blockchain)\deck_assets\screens\cli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49808"/>
            <a:ext cx="5303520" cy="32735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749808"/>
            <a:ext cx="5303520" cy="3273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3547872"/>
            <a:ext cx="4553712" cy="292608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21424" y="3584448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MVP SCREEN  /  CUSTOMER PORTAL  /  PORT 3000</a:t>
            </a:r>
            <a:endParaRPr lang="en-US" sz="660" dirty="0"/>
          </a:p>
        </p:txBody>
      </p:sp>
      <p:sp>
        <p:nvSpPr>
          <p:cNvPr id="15" name="Shape 12"/>
          <p:cNvSpPr/>
          <p:nvPr/>
        </p:nvSpPr>
        <p:spPr>
          <a:xfrm>
            <a:off x="457200" y="4892040"/>
            <a:ext cx="2468880" cy="960120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502005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 ms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21792" y="5440680"/>
            <a:ext cx="2139696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52297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DEMO TARGET FOR TRUST EVALUATION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090672" y="4892040"/>
            <a:ext cx="2468880" cy="960120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5264" y="502005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3255264" y="5440680"/>
            <a:ext cx="2139696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55264" y="552297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 SUITES PASSED LOCALLY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24144" y="4892040"/>
            <a:ext cx="60258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16168" y="507492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■  INSIDE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5916168" y="53309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trust scores. Step-up controls. Dual-portal governance. Proofs for every critical action.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11292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PRASHANT  /  PROJECT LEAD &amp; CORE DEVELOPER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/ WHY NOW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02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96596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valid login can still become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dangerous banking session.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321040" y="786384"/>
            <a:ext cx="3429000" cy="1051560"/>
          </a:xfrm>
          <a:prstGeom prst="rect">
            <a:avLst/>
          </a:prstGeom>
          <a:solidFill>
            <a:srgbClr val="F3DCD7"/>
          </a:solidFill>
          <a:ln w="12700">
            <a:solidFill>
              <a:srgbClr val="B93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93268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BEGINS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B9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LOGIN.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4930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2368296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≠ TRUST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3127248" cy="0"/>
          </a:xfrm>
          <a:prstGeom prst="line">
            <a:avLst/>
          </a:prstGeom>
          <a:noFill/>
          <a:ln w="25400">
            <a:solidFill>
              <a:srgbClr val="D84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 and one-time checks cannot judge every transfer, device change or high-risk 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24528" y="2212848"/>
            <a:ext cx="3493008" cy="1828800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359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10328" y="2368296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SILOED CONTROLS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7408" y="2752344"/>
            <a:ext cx="3127248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29260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banking, fraud review and regulator oversight often live in separate tools.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2212848"/>
            <a:ext cx="34930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2359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77656" y="2368296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EVIDENCE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74736" y="2752344"/>
            <a:ext cx="3127248" cy="0"/>
          </a:xfrm>
          <a:prstGeom prst="line">
            <a:avLst/>
          </a:prstGeom>
          <a:noFill/>
          <a:ln w="25400">
            <a:solidFill>
              <a:srgbClr val="D84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29260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blocked action without clear reasons creates disputes, slow reviews and audit friction.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370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CHAIN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2359152" cy="749808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855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3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STOLEN OR SHIFTING SESSION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98648" y="48280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10128" y="4681728"/>
            <a:ext cx="2359152" cy="749808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4855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ACTION LOOKS VALID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51576" y="48280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63056" y="4681728"/>
            <a:ext cx="2359152" cy="749808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855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OR FALSE BLOCK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04504" y="48280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15984" y="4681728"/>
            <a:ext cx="2359152" cy="749808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0576" y="485546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+ AUDIT BURDEN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5724144"/>
            <a:ext cx="11292840" cy="502920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85216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QUESTION:  DOES THIS ACTION STILL LOOK SAFE—RIGHT NOW?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/ CONTINUOUS TRUST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03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23444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 decision for every sensitive action.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Nexus BlockBank quietly reads context, scores risk, takes the least disruptive action and leaves an explainable proof.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2240280" cy="2057400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505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READ SIGNALS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843784"/>
            <a:ext cx="1911096" cy="0"/>
          </a:xfrm>
          <a:prstGeom prst="line">
            <a:avLst/>
          </a:prstGeom>
          <a:noFill/>
          <a:ln w="26670">
            <a:solidFill>
              <a:srgbClr val="2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35808"/>
            <a:ext cx="1911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35%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35%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30%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063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063240" y="2267712"/>
            <a:ext cx="2240280" cy="2057400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4505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SCORE TRUST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2843784"/>
            <a:ext cx="1911096" cy="0"/>
          </a:xfrm>
          <a:prstGeom prst="line">
            <a:avLst/>
          </a:prstGeom>
          <a:noFill/>
          <a:ln w="2667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3035808"/>
            <a:ext cx="1911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0–100 live score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codes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Session-aware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3063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669280" y="2267712"/>
            <a:ext cx="2331720" cy="2057400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45059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CHOOSE 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33872" y="2843784"/>
            <a:ext cx="2002536" cy="0"/>
          </a:xfrm>
          <a:prstGeom prst="line">
            <a:avLst/>
          </a:prstGeom>
          <a:noFill/>
          <a:ln w="26670">
            <a:solidFill>
              <a:srgbClr val="D84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035808"/>
            <a:ext cx="2002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 / revoke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063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366760" y="2267712"/>
            <a:ext cx="3383280" cy="2057400"/>
          </a:xfrm>
          <a:prstGeom prst="rect">
            <a:avLst/>
          </a:prstGeom>
          <a:solidFill>
            <a:srgbClr val="EDE4FA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24505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RECORD PROOF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31352" y="2843784"/>
            <a:ext cx="3054096" cy="0"/>
          </a:xfrm>
          <a:prstGeom prst="line">
            <a:avLst/>
          </a:prstGeom>
          <a:noFill/>
          <a:ln w="2667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303580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event + SHA-256 proof hash + transaction metadata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1129284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01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DIFFERENTIATOR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14600" y="4809744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is no longer an entry gate. It becomes a continuous, evidence-based conversation with every banking action.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85800" y="5330952"/>
            <a:ext cx="1828800" cy="237744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36752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FRICTION FOR GENUINE USERS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92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TRUST  /  EXPLAINABLE ACTION  /  AUDITABLE PROOF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/ CUSTOMER EXPERIENCE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04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874520" cy="23774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layer stays quiet—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risk appears.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familiar banking dashboard covers money movement, identity and proof without forcing users into a separate security tool.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4495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EVERYDAY BANKING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901952" y="30266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 · UPI · cards · loans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794760" cy="658368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1363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901952" y="38953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ZK-KYC vault · profile verification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7823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901952" y="47640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badge · immutable audit logs</a:t>
            </a:r>
            <a:endParaRPr lang="en-US" sz="950" dirty="0"/>
          </a:p>
        </p:txBody>
      </p:sp>
      <p:pic>
        <p:nvPicPr>
          <p:cNvPr id="19" name="Image 0" descr="E:\Hackathon\Prasunethon 2.0 (same as  fintech + blockchain)\deck_assets\screens\cli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5424" y="749808"/>
            <a:ext cx="7214616" cy="450799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35424" y="749808"/>
            <a:ext cx="7214616" cy="450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9744" y="4901184"/>
            <a:ext cx="6419088" cy="310896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4965192"/>
            <a:ext cx="6199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SCREENSHOT  /  CLIENT PORTAL  /  PORT 3000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57200" y="5760720"/>
            <a:ext cx="11292840" cy="457200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587959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RISK RISES: STEP-UP VERIFICATION APPEARS. WHEN TRUST RETURNS: BANKING CONTINUES.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/ DECISION LOGIC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05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508760" cy="237744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ENGINE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signals. Four safe outcomes.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rules are intentionally simple enough to explain to a customer, investigator or regulator.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7059168" cy="640080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408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3591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90672" y="23591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3408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device + strong signals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7059168" cy="640080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546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50–79.9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317296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90672" y="3172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risk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extra proof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7059168" cy="640080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9684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0–49.9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39867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3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90672" y="39867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the sensitive 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654296"/>
            <a:ext cx="7059168" cy="640080"/>
          </a:xfrm>
          <a:prstGeom prst="rect">
            <a:avLst/>
          </a:prstGeom>
          <a:solidFill>
            <a:srgbClr val="EDE4FA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7823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REVOKED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48006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REVOKE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90672" y="48006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override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47823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access immediately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0" y="2212848"/>
            <a:ext cx="388620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246888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ENGINE EXPLAINS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101584" y="2825496"/>
            <a:ext cx="3410712" cy="0"/>
          </a:xfrm>
          <a:prstGeom prst="line">
            <a:avLst/>
          </a:prstGeom>
          <a:noFill/>
          <a:ln w="25400">
            <a:solidFill>
              <a:srgbClr val="D84A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9872" y="3072384"/>
            <a:ext cx="3355848" cy="310896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3136392"/>
            <a:ext cx="3081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KNOWN ATTESTED DEVICE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8119872" y="3529584"/>
            <a:ext cx="3355848" cy="310896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7032" y="3593592"/>
            <a:ext cx="3081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UNUSUAL IP OR TIME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8119872" y="3986784"/>
            <a:ext cx="3355848" cy="310896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57032" y="4050792"/>
            <a:ext cx="3081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ANOMALOUS BEHAVIOR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8119872" y="4443984"/>
            <a:ext cx="3355848" cy="310896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57032" y="4507992"/>
            <a:ext cx="3081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SESSION TAKEOVER RISK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8119872" y="49926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25F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Code-backed weights: behavior 35% · device 35% · context 30%.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5715000"/>
            <a:ext cx="11292840" cy="530352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861304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THRESHOLDS MAKE THE PROTOTYPE TESTABLE TODAY—AND TUNABLE WITH REAL DATA LATER.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/ BUILT TO INTEGRATE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06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41732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 layer around the bank—not a replacement for it.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handles banking actions. WebSockets stream live trust. Portal isolation keeps customer and regulator privileges separate.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240280" cy="1417320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603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PORTAL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187452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·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 3000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6352" y="282549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36392" y="2331720"/>
            <a:ext cx="2331720" cy="1417320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56032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2907792"/>
            <a:ext cx="1965960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30632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+ WebSocket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86984" y="282549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5312" y="2331720"/>
            <a:ext cx="2331720" cy="1417320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256032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8192" y="2907792"/>
            <a:ext cx="1965960" cy="0"/>
          </a:xfrm>
          <a:prstGeom prst="line">
            <a:avLst/>
          </a:prstGeom>
          <a:noFill/>
          <a:ln w="25400">
            <a:solidFill>
              <a:srgbClr val="D84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0632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Reasoned 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5904" y="282549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95944" y="2331720"/>
            <a:ext cx="3054096" cy="1417320"/>
          </a:xfrm>
          <a:prstGeom prst="rect">
            <a:avLst/>
          </a:prstGeom>
          <a:solidFill>
            <a:srgbClr val="EDE4FA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256032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907792"/>
            <a:ext cx="2688336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8824" y="3063240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Besu / Sepolia model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501091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4439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BANK GOVERNANCE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" y="4800600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React portal · Port 3001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health · AML · KYC review · revocation · audit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10912" y="41605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925312" y="4206240"/>
            <a:ext cx="5824728" cy="1426464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B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BOUNDARY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4782312"/>
            <a:ext cx="5266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 is in-memory and blockchain data is simulated. Production requires durable encrypted storage, managed secrets, rate limits and real node connectivity.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11292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DESIGNED FOR INTEGRATION  /  EXPLICITLY LABELED AS A HACKATHON DEMO</a:t>
            </a:r>
            <a:endParaRPr lang="en-US" sz="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/ DUAL-PORTAL CONTROL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07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60020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 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bank. Regulators govern.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roles never blur.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separate command center gives authorized teams visibility and intervention without exposing controls to customers.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6824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03580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85216" y="32735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health + consensus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340864" y="2926080"/>
            <a:ext cx="16824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03580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 + KYC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468880" y="32735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+ review queue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682496" cy="749808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9959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B93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REVOCATION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585216" y="423367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credentials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2340864" y="3886200"/>
            <a:ext cx="168249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9959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2468880" y="423367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every decision</a:t>
            </a:r>
            <a:endParaRPr lang="en-US" sz="840" dirty="0"/>
          </a:p>
        </p:txBody>
      </p:sp>
      <p:pic>
        <p:nvPicPr>
          <p:cNvPr id="22" name="Image 0" descr="E:\Hackathon\Prasunethon 2.0 (same as  fintech + blockchain)\deck_assets\screen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5424" y="749808"/>
            <a:ext cx="7214616" cy="450799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535424" y="749808"/>
            <a:ext cx="7214616" cy="450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09744" y="4901184"/>
            <a:ext cx="6419088" cy="310896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19472" y="4965192"/>
            <a:ext cx="6199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SCREENSHOT  /  GOVERNANCE PORTAL  /  PORT 3001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57200" y="5760720"/>
            <a:ext cx="11292840" cy="457200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587959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IS AN ARCHITECTURAL BOUNDARY—NOT JUST A MENU ITEM.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/ MEANINGFUL DIFFERENCE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08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32588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banking app. A missing trust layer.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advantage is not one feature—it is the way identity, action and evidence stay connected.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11292840" cy="475488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951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5072" y="22951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DIGITAL BANKING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62672" y="22951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B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NEXUS BLOCKBANK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11292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TRUST IS CHECKED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05072" y="277977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login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62672" y="2770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during the session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11292840" cy="621792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RISK IS HANDLED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05072" y="34015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block or alert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62672" y="3392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· step-up · restrict · revoke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11292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41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TEAM SEES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05072" y="4023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score without context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62672" y="40142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codes + action history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98848"/>
            <a:ext cx="11292840" cy="621792"/>
          </a:xfrm>
          <a:prstGeom prst="rect">
            <a:avLst/>
          </a:prstGeom>
          <a:solidFill>
            <a:srgbClr val="EAE4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CONTROLS WHAT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05072" y="46451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operational surface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62672" y="4636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customer and regulator portals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292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285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RECORDED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005072" y="52669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application log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62672" y="5257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Hash-backed proof record in the prototype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92840" cy="347472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07161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DIFFERENTIATOR: TRUST FOLLOWS THE ACTION—AND THE EVIDENCE FOLLOWS THE TRUST.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EVIDENCE / WHAT WORKS TODAY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09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645920" cy="23774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EVIDENCE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live portals. One tested backend.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runs as a public hackathon demonstration with real screens, authenticated flows and role isolation.</a:t>
            </a:r>
            <a:endParaRPr lang="en-US" sz="1200" dirty="0"/>
          </a:p>
        </p:txBody>
      </p:sp>
      <p:pic>
        <p:nvPicPr>
          <p:cNvPr id="10" name="Image 0" descr="E:\Hackathon\Prasunethon 2.0 (same as  fintech + blockchain)\deck_assets\screens\client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39696"/>
            <a:ext cx="3218688" cy="2011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139696"/>
            <a:ext cx="3218688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1D18"/>
            </a:solidFill>
            <a:prstDash val="solid"/>
          </a:ln>
        </p:spPr>
      </p:sp>
      <p:pic>
        <p:nvPicPr>
          <p:cNvPr id="12" name="Image 1" descr="E:\Hackathon\Prasunethon 2.0 (same as  fintech + blockchain)\deck_assets\screens\admin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39696"/>
            <a:ext cx="3218688" cy="2011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86200" y="2139696"/>
            <a:ext cx="3218688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0" y="2139696"/>
            <a:ext cx="4434840" cy="2011680"/>
          </a:xfrm>
          <a:prstGeom prst="rect">
            <a:avLst/>
          </a:prstGeom>
          <a:solidFill>
            <a:srgbClr val="171712"/>
          </a:solidFill>
          <a:ln w="12700">
            <a:solidFill>
              <a:srgbClr val="17171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589520" y="2414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B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7589520" y="29077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SUITES PASSED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589520" y="3264408"/>
            <a:ext cx="3840480" cy="0"/>
          </a:xfrm>
          <a:prstGeom prst="line">
            <a:avLst/>
          </a:prstGeom>
          <a:noFill/>
          <a:ln w="25400">
            <a:solidFill>
              <a:srgbClr val="E6B93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89520" y="34107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customer flow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 customer isolation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Anonymous-access rejection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input validation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457200" y="4572000"/>
            <a:ext cx="2359152" cy="941832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" y="47091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 ms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21792" y="514807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EVALUATION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3310128" y="4572000"/>
            <a:ext cx="235915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74720" y="47091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 ms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474720" y="514807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FINALITY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6163056" y="4572000"/>
            <a:ext cx="235915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47091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3,450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327648" y="514807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TPS MODEL</a:t>
            </a:r>
            <a:endParaRPr lang="en-US" sz="730" dirty="0"/>
          </a:p>
        </p:txBody>
      </p:sp>
      <p:sp>
        <p:nvSpPr>
          <p:cNvPr id="28" name="Shape 24"/>
          <p:cNvSpPr/>
          <p:nvPr/>
        </p:nvSpPr>
        <p:spPr>
          <a:xfrm>
            <a:off x="9015984" y="4572000"/>
            <a:ext cx="2359152" cy="941832"/>
          </a:xfrm>
          <a:prstGeom prst="rect">
            <a:avLst/>
          </a:prstGeom>
          <a:solidFill>
            <a:srgbClr val="EDE4FA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180576" y="47091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9180576" y="514807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NODES</a:t>
            </a:r>
            <a:endParaRPr lang="en-US" sz="730" dirty="0"/>
          </a:p>
        </p:txBody>
      </p:sp>
      <p:sp>
        <p:nvSpPr>
          <p:cNvPr id="31" name="Shape 27"/>
          <p:cNvSpPr/>
          <p:nvPr/>
        </p:nvSpPr>
        <p:spPr>
          <a:xfrm>
            <a:off x="457200" y="5843016"/>
            <a:ext cx="11292840" cy="411480"/>
          </a:xfrm>
          <a:prstGeom prst="rect">
            <a:avLst/>
          </a:prstGeom>
          <a:solidFill>
            <a:srgbClr val="F3DCD7"/>
          </a:solidFill>
          <a:ln w="12700">
            <a:solidFill>
              <a:srgbClr val="B93B2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" y="595274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LABEL: PERFORMANCE, THROUGHPUT AND BLOCKCHAIN FIGURES ARE REPOSITORY DEMO TARGETS—NOT PRODUCTION BENCHMARKS.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 / PATH TO DEPLOYMENT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10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325880" cy="237744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beside the bank. Prove value. Then integrate.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lowest-risk rollout begins as a decision layer for selected sensitive actions—not a core-banking replacement.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474720" cy="2340864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78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779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DEMO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310896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6499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three-service stack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state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proofs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8795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 LOCAL INFRA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3995928" y="3255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33672" y="2286000"/>
            <a:ext cx="3474720" cy="2340864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478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16552" y="2779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PILOT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16552" y="3182112"/>
            <a:ext cx="3108960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336499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database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KMS + rate limits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bank workflow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416552" y="4123944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18795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₹25K–₹75K / MONTH*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7772400" y="3255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10144" y="2286000"/>
            <a:ext cx="3474720" cy="2340864"/>
          </a:xfrm>
          <a:prstGeom prst="rect">
            <a:avLst/>
          </a:prstGeom>
          <a:solidFill>
            <a:srgbClr val="EDE4FA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478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93024" y="2779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ROLLOUT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93024" y="3182112"/>
            <a:ext cx="310896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336499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observability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node connectivity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+ compliance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193024" y="4123944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418795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LOAD-PRICED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457200" y="4965192"/>
            <a:ext cx="11292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1937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GATES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331720" y="51663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Encrypted durable storage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26280" y="5166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Signed wallet nonce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51663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Rate limits + lockout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51663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Load / recovery / security tests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" y="56235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625F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*Indicative small-pilot cloud estimate; validate after load testing and vendor selection.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11292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FEASIBLE BECAUSE THE INTEGRATION SURFACE IS SMALL AND THE DECISION LOGIC IS EXPLICIT</a:t>
            </a:r>
            <a:endParaRPr lang="en-US" sz="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069080" y="109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/ SUCCESS METRICS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109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25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 BLOCKBANK   /   PAGE 11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438912"/>
            <a:ext cx="11292840" cy="0"/>
          </a:xfrm>
          <a:prstGeom prst="line">
            <a:avLst/>
          </a:prstGeom>
          <a:noFill/>
          <a:ln w="13970">
            <a:solidFill>
              <a:srgbClr val="1D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2648"/>
            <a:ext cx="1051560" cy="23774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7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 actions. Fewer false alarms. Faster answers.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should be judged by measurable outcomes—not by blockchain vocabulary.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474720" cy="1627632"/>
          </a:xfrm>
          <a:prstGeom prst="rect">
            <a:avLst/>
          </a:prstGeom>
          <a:solidFill>
            <a:srgbClr val="DCE7F5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&lt;100 ms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" y="288950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LATENCY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58368" y="3182112"/>
            <a:ext cx="3054096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2841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security invisible in the customer journey.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233672" y="2212848"/>
            <a:ext cx="3474720" cy="1627632"/>
          </a:xfrm>
          <a:prstGeom prst="rect">
            <a:avLst/>
          </a:prstGeom>
          <a:solidFill>
            <a:srgbClr val="DDEAE1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434840" y="288950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REASON-CODE COVERAGE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434840" y="3182112"/>
            <a:ext cx="3054096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32841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sensitive decision has an explanation.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010144" y="2212848"/>
            <a:ext cx="3474720" cy="1627632"/>
          </a:xfrm>
          <a:prstGeom prst="rect">
            <a:avLst/>
          </a:prstGeom>
          <a:solidFill>
            <a:srgbClr val="F3DCD7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−30%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211312" y="288950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 TARGET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211312" y="3182112"/>
            <a:ext cx="3054096" cy="0"/>
          </a:xfrm>
          <a:prstGeom prst="line">
            <a:avLst/>
          </a:prstGeom>
          <a:noFill/>
          <a:ln w="25400">
            <a:solidFill>
              <a:srgbClr val="B93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332841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step-up evidence to reduce avoidable investigations.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11292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828800" y="44897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12848" y="4507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12848" y="48371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anonymized session data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388620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70248" y="44897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54296" y="4507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54296" y="48371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sensitive banking workflow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6327648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11696" y="44897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95744" y="4507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95744" y="48371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ledger + real node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8769096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53144" y="44897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537192" y="4507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537192" y="48371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1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Cross-bank trust portability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57200" y="5925312"/>
            <a:ext cx="11292840" cy="365760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01675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PILOT KPIs—TO BE VALIDATED WITH REAL BANK TRAFFIC.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LEDGER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67512"/>
            <a:ext cx="5394960" cy="0"/>
          </a:xfrm>
          <a:prstGeom prst="line">
            <a:avLst/>
          </a:prstGeom>
          <a:noFill/>
          <a:ln w="13970">
            <a:solidFill>
              <a:srgbClr val="F4E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78408"/>
            <a:ext cx="2011680" cy="237744"/>
          </a:xfrm>
          <a:prstGeom prst="rect">
            <a:avLst/>
          </a:prstGeom>
          <a:solidFill>
            <a:srgbClr val="D84A38"/>
          </a:solidFill>
          <a:ln w="12700">
            <a:solidFill>
              <a:srgbClr val="D84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CLOSING ARGUMENT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every action.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every login.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278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Nexus BlockBank makes digital banking safer without making it feel harder.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224528"/>
            <a:ext cx="5230368" cy="9601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1655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8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READY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938528" y="4379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3000  ·  API 8000  ·  Admin 3001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31520" y="47731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25F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Prashant  /  Project Lead &amp; Core Developer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675120" y="98755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B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DECISION PATH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1691640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5727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8531352" y="15453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2167128"/>
            <a:ext cx="1691640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3225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D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531352" y="22951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2916936"/>
            <a:ext cx="1691640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30723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6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531352" y="3044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79408" y="1572768"/>
            <a:ext cx="2240280" cy="1783080"/>
          </a:xfrm>
          <a:prstGeom prst="rect">
            <a:avLst/>
          </a:prstGeom>
          <a:solidFill>
            <a:srgbClr val="DCE7F5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9568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E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35440" y="2761488"/>
            <a:ext cx="1737360" cy="0"/>
          </a:xfrm>
          <a:prstGeom prst="line">
            <a:avLst/>
          </a:prstGeom>
          <a:noFill/>
          <a:ln w="25400">
            <a:solidFill>
              <a:srgbClr val="2D5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2898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D5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 REASONS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6675120" y="4050792"/>
            <a:ext cx="1993392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42062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006840" y="4050792"/>
            <a:ext cx="1993392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42062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6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STEP-UP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675120" y="4809744"/>
            <a:ext cx="1993392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0568" y="496519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006840" y="4809744"/>
            <a:ext cx="1993392" cy="50292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2288" y="496519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503920" y="35935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4EF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ACTION + EVIDENCE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6675120" y="5742432"/>
            <a:ext cx="4315968" cy="384048"/>
          </a:xfrm>
          <a:prstGeom prst="rect">
            <a:avLst/>
          </a:prstGeom>
          <a:solidFill>
            <a:srgbClr val="E6B93F"/>
          </a:solidFill>
          <a:ln w="12700">
            <a:solidFill>
              <a:srgbClr val="1D1D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5833872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SYSTEM FLOW. CLEAR DECISIONS. AUDITABLE OUTPUT.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Nexus BlockBank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BlockBank — Trust Every Action</dc:title>
  <dc:subject>Nexus BlockBank hackathon pitch deck</dc:subject>
  <dc:creator>Prashant</dc:creator>
  <cp:lastModifiedBy>Prashant</cp:lastModifiedBy>
  <cp:revision>1</cp:revision>
  <dcterms:created xsi:type="dcterms:W3CDTF">2026-08-20T05:23:33Z</dcterms:created>
  <dcterms:modified xsi:type="dcterms:W3CDTF">2026-08-20T05:23:33Z</dcterms:modified>
</cp:coreProperties>
</file>